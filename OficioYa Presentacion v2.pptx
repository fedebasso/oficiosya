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(USD)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83200</c:v>
                </c:pt>
                <c:pt idx="1">
                  <c:v>249600</c:v>
                </c:pt>
                <c:pt idx="2">
                  <c:v>499200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8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OficioYa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conexión entre clientes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profesionales de oficios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286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· Rapidez · Transparencia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Montevideo, Uruguay  —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Para los Clientes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encontrar profesionales confiables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referencias verificadas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sobre precios y tiempos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atención urgente disponible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respaldo si algo sale mal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Para los Profesionales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 solo del boca a boca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para diferenciarse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conseguir nuevos clientes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organización y cobro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 Potencial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96596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Montevideo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965960" cy="2011680"/>
          </a:xfrm>
          <a:prstGeom prst="rect">
            <a:avLst/>
          </a:prstGeom>
          <a:solidFill>
            <a:srgbClr val="0077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~520K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14600" y="22860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Montevideo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965960" cy="20116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con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acondicionado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1143000"/>
            <a:ext cx="1965960" cy="2011680"/>
          </a:xfrm>
          <a:prstGeom prst="rect">
            <a:avLst/>
          </a:prstGeom>
          <a:solidFill>
            <a:srgbClr val="E07A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12280" y="22860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con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eléctrico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Censo Nacional 2023 — INE Uruguay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año 1: </a:t>
            </a:r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el 1% de hogares de Montevideo = ~5.200 clientes activos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año 2: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de penetración = ~15.600 clientes activos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Nuestra Propuesta de Valor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2651760" cy="347472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Confianza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identidad, reseñas reales, fotos de trabajos anteriores y validación telefónica.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347472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Rapidez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de profesionales, notificaciones inmediatas y categoría de servicios urgentes.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47472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Transparencia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788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precios orientativos, presupuestos previos y seguimiento del trabajo paso a paso.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Principales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Perfiles Verificados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fotos de trabajos, calificaciones y validación telefónica.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Solicitud Rápida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una necesidad en pocos pasos con notificación a profesionales cercanos.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Transparencia de Precios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orientativos, presupuestos previos e historial de trabajos similares.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Servicios Urgentes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atención inmediata con geolocalización y tiempo estimado.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Mediación de Conflictos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un problema, la plataforma media entre cliente y profesional. Sin exposición financiera directa.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97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8036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Móvil + WhatsApp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integrada por WhatsApp. Simple para usuarios con poca experiencia digital.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Estrategia de Lanzamiento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9202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Electricistas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🚿 Sanitarios / Plomeros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Técnicos Aire Acondicionado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9202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1–3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3566160"/>
          </a:xfrm>
          <a:prstGeom prst="rect">
            <a:avLst/>
          </a:prstGeom>
          <a:solidFill>
            <a:srgbClr val="0077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2651760"/>
            <a:ext cx="19202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Albañilería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Pintura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🪚 Carpintería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4343400"/>
            <a:ext cx="19202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4–9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51760" cy="356616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126480" y="1920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2651760"/>
            <a:ext cx="19202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Cerrajería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Impermeabilizaciones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Mudanzas y más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4343400"/>
            <a:ext cx="192024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10–18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Negocio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MVP — Arranque simple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Comisión declarada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profesional declara que consiguió el trabajo por OficioYa y paga ~10% de comisión. Sin intermediar el cobro.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3977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41732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Cobro por lead / contacto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el profesional paga un monto fijo por cada cliente contactado, independientemente del cierre.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Visión futura — Una vez validado el modelo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20440"/>
            <a:ext cx="64008" cy="1417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Pago intermediado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Mercado Pago. El cliente paga en la app y el profesional recibe al completar el trabajo.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5204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520440"/>
            <a:ext cx="64008" cy="1417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566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Suscripción Premium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977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mensual para profesionales con más visibilidad y herramientas de gestión.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52044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520440"/>
            <a:ext cx="64008" cy="1417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566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Destacado y Publicidad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977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destacado en resultados de búsqueda + servicios de marketing para profesionales.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Proyección de Ingresos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modelo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384048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en Montevideo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600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~520.000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Penetración año 1 (1%)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5.200 clientes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931920" cy="384048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por cliente/año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423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servicios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834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931920" cy="384048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plataforma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246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por servicio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754880" y="100584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006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Proyección conservadora basada en comisiones declaradas. Pago intermediado se incorpora en Fase 2.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Activo Principal: los Profesionales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1224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marketplace, el problema no es conseguir clientes. Es conseguir oferta.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profesionales de calidad, no hay plataforma.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69080" cy="141732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Home Solution UY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tienen perfiles activos. Es una base de datos de profesionales contactables hoy mismo.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69080" cy="141732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2880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901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Google Maps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3317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rubro en Montevideo. Aparecen con teléfono, dirección y reseñas verificadas.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069080" cy="141732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02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Grupos de Facebook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activas de oficios en Uruguay. Presencia directa y bajo costo de captación.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429000"/>
            <a:ext cx="4069080" cy="1417320"/>
          </a:xfrm>
          <a:prstGeom prst="rect">
            <a:avLst/>
          </a:prstGeom>
          <a:solidFill>
            <a:srgbClr val="1224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42900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502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UTU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931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Egresados de cursos técnicos. Jóvenes con experiencia buscando sus primeros clientes.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clave: "Registrate gratis. Solo pagás comisión cuando conseguís un trabajo por OficioYa."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Ganamos?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en el arranque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402336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🇺🇾  Foco 100% en Montevideo desde el día uno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Atención personalizada a cada profesional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0" cy="402336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Registro gratuito para profesionales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 integrado — canal que ya usan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114800" cy="402336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375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Respuesta rápida a problemas y reclamos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947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Comisión solo cuando generás trabajo real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005840"/>
            <a:ext cx="3931920" cy="3840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07A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005840"/>
            <a:ext cx="3931920" cy="91440"/>
          </a:xfrm>
          <a:prstGeom prst="rect">
            <a:avLst/>
          </a:prstGeom>
          <a:solidFill>
            <a:srgbClr val="E07A25"/>
          </a:solidFill>
          <a:ln w="12700">
            <a:solidFill>
              <a:srgbClr val="E07A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 factor crítico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se juzga por esto: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965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"Contraté a alguien por OficioYa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 hizo un desastre."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invertimos primero en: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10896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Verificación de identidad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Validación de experiencia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Sistema de reseñas sólido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Fotos de trabajos anteriores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Validación telefónica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77A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Reclutar y verificar los primeros 100 profesionales piloto en Montevideo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184708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MVP de la plataforma (app móvil + web)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259689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con las 3 categorías iniciales y medir conversión y fraude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3346704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sobre verificación, reputación y resolución de conflictos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409651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nuevos rubros e integrar pagos según validación del modelo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OficioYa — Confianza · Rapidez · Transparencia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OficioYa - Plataforma de Conexión de Oficios</dc:title>
  <dc:subject>PptxGenJS Presentation</dc:subject>
  <dc:creator>PptxGenJS</dc:creator>
  <cp:lastModifiedBy>PptxGenJS</cp:lastModifiedBy>
  <cp:revision>1</cp:revision>
  <dcterms:created xsi:type="dcterms:W3CDTF">2026-06-03T18:04:02Z</dcterms:created>
  <dcterms:modified xsi:type="dcterms:W3CDTF">2026-06-03T18:04:02Z</dcterms:modified>
</cp:coreProperties>
</file>